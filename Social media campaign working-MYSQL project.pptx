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64" r:id="rId3"/>
    <p:sldId id="265" r:id="rId4"/>
    <p:sldId id="267" r:id="rId5"/>
    <p:sldId id="268" r:id="rId6"/>
    <p:sldId id="269" r:id="rId7"/>
    <p:sldId id="270" r:id="rId8"/>
    <p:sldId id="271" r:id="rId9"/>
    <p:sldId id="272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</p:sldIdLst>
  <p:sldSz cx="12192000" cy="6858000"/>
  <p:notesSz cx="6858000" cy="9144000"/>
  <p:custShowLst>
    <p:custShow name="Custom Show 1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</p:sldLst>
    </p:custShow>
    <p:custShow name="Copy of Custom Show 1" id="1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3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497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67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317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18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134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111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550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408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162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106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0453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070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293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979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571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431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D0B2F25-F76F-40EC-9E87-0081EB0517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3F350-669F-497F-B637-5769E106F0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72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941" y="1678675"/>
            <a:ext cx="5287995" cy="43820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5587" y="1461449"/>
            <a:ext cx="4905168" cy="4311555"/>
          </a:xfrm>
        </p:spPr>
        <p:txBody>
          <a:bodyPr anchor="ctr"/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 Social media campaign working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334658" y="5791200"/>
            <a:ext cx="8825658" cy="1066800"/>
          </a:xfrm>
        </p:spPr>
        <p:txBody>
          <a:bodyPr anchor="ctr">
            <a:normAutofit/>
          </a:bodyPr>
          <a:lstStyle/>
          <a:p>
            <a:pPr algn="ctr"/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 Kartik Jitendrakumar thakkar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1" y="-48431"/>
            <a:ext cx="3751716" cy="125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5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131" y="414082"/>
            <a:ext cx="9404723" cy="1400530"/>
          </a:xfrm>
        </p:spPr>
        <p:txBody>
          <a:bodyPr/>
          <a:lstStyle/>
          <a:p>
            <a:r>
              <a:rPr lang="en-US" dirty="0" smtClean="0"/>
              <a:t>QUERY-1</a:t>
            </a:r>
            <a:r>
              <a:rPr lang="en-US" sz="3200" dirty="0" smtClean="0"/>
              <a:t> </a:t>
            </a:r>
            <a:r>
              <a:rPr lang="en-US" sz="3200" dirty="0"/>
              <a:t>. Which age group generated the highest total ad impressions across all campaigns</a:t>
            </a:r>
            <a:r>
              <a:rPr lang="en-US" sz="2000" dirty="0" smtClean="0"/>
              <a:t>.</a:t>
            </a:r>
            <a:br>
              <a:rPr lang="en-US" sz="2000" dirty="0" smtClean="0"/>
            </a:br>
            <a:r>
              <a:rPr lang="en-US" sz="2000" dirty="0">
                <a:latin typeface="Arial Black" panose="020B0A04020102020204" pitchFamily="34" charset="0"/>
              </a:rPr>
              <a:t/>
            </a:r>
            <a:br>
              <a:rPr lang="en-US" sz="2000" dirty="0">
                <a:latin typeface="Arial Black" panose="020B0A04020102020204" pitchFamily="34" charset="0"/>
              </a:rPr>
            </a:br>
            <a:r>
              <a:rPr lang="en-US" sz="2000" dirty="0" smtClean="0">
                <a:latin typeface="Arial Black" panose="020B0A04020102020204" pitchFamily="34" charset="0"/>
              </a:rPr>
              <a:t>Input                                                                   output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9549" y="2807594"/>
            <a:ext cx="4504375" cy="2395471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81684" y="2807594"/>
            <a:ext cx="4685053" cy="247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7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2</a:t>
            </a:r>
            <a:r>
              <a:rPr lang="en-US" dirty="0"/>
              <a:t>. Which gender produced the maximum number of total </a:t>
            </a:r>
            <a:r>
              <a:rPr lang="en-US" dirty="0" smtClean="0"/>
              <a:t>clicks</a:t>
            </a:r>
            <a:br>
              <a:rPr lang="en-US" dirty="0" smtClean="0"/>
            </a:br>
            <a:r>
              <a:rPr lang="en-US" sz="2400" dirty="0" smtClean="0"/>
              <a:t>INPUT  </a:t>
            </a:r>
            <a:r>
              <a:rPr lang="en-US" dirty="0" smtClean="0"/>
              <a:t>                                   </a:t>
            </a:r>
            <a:r>
              <a:rPr lang="en-US" sz="2400" dirty="0" smtClean="0"/>
              <a:t>RESULT</a:t>
            </a:r>
            <a:endParaRPr lang="en-IN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5732" y="3258355"/>
            <a:ext cx="4963050" cy="234395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66221" y="3602771"/>
            <a:ext cx="4435278" cy="171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8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QUERY3.Which </a:t>
            </a:r>
            <a:r>
              <a:rPr lang="en-US" dirty="0"/>
              <a:t>campaign had the highest total advertising spend?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6175" y="3181082"/>
            <a:ext cx="5038740" cy="2807594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78221" y="3643209"/>
            <a:ext cx="3916908" cy="198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36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</a:t>
            </a:r>
            <a:r>
              <a:rPr lang="en-US" dirty="0"/>
              <a:t>4</a:t>
            </a:r>
            <a:r>
              <a:rPr lang="en-US" sz="2800" dirty="0"/>
              <a:t>. Which ad has the lowest cost per click (CPC), indicating the most cost-efficient ad?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3756" y="3098041"/>
            <a:ext cx="4954758" cy="2647666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570957" y="3098042"/>
            <a:ext cx="4733103" cy="24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9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5. </a:t>
            </a:r>
            <a:r>
              <a:rPr lang="en-US" sz="3200" dirty="0"/>
              <a:t>What is the total number of approved conversions generated from all social media campaigns combined?</a:t>
            </a:r>
            <a:endParaRPr lang="en-IN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2074460"/>
            <a:ext cx="4396338" cy="54591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3774" y="3220872"/>
            <a:ext cx="5172501" cy="2302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2074460"/>
            <a:ext cx="4396339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54495" y="3330053"/>
            <a:ext cx="5835425" cy="188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0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6. </a:t>
            </a:r>
            <a:r>
              <a:rPr lang="en-US" sz="2800" dirty="0"/>
              <a:t>Which age and gender combination has the highest conversion rate (approved conversions per click</a:t>
            </a:r>
            <a:r>
              <a:rPr lang="en-US" dirty="0"/>
              <a:t>)?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2193131"/>
            <a:ext cx="4396338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5661" y="2920621"/>
            <a:ext cx="5253990" cy="3330053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3" y="2193131"/>
            <a:ext cx="4396339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44311" y="3773452"/>
            <a:ext cx="5542571" cy="122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9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</a:t>
            </a:r>
            <a:r>
              <a:rPr lang="en-US" sz="3200" dirty="0"/>
              <a:t>7.Which interest category resulted in the maximum total approved conversions?</a:t>
            </a:r>
            <a:endParaRPr lang="en-IN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18914" y="3111316"/>
            <a:ext cx="5778071" cy="324363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55342" y="3532839"/>
            <a:ext cx="4457161" cy="172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79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QYERY 8.Which </a:t>
            </a:r>
            <a:r>
              <a:rPr lang="en-US" sz="3200" dirty="0"/>
              <a:t>campaign achieved the highest number of conversions, while also keeping the spend as low as possible?</a:t>
            </a:r>
            <a:endParaRPr lang="en-IN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84430" y="2975211"/>
            <a:ext cx="5267906" cy="3125338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936390" y="3493827"/>
            <a:ext cx="5939740" cy="150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72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QUERY 9.Which </a:t>
            </a:r>
            <a:r>
              <a:rPr lang="en-US" sz="2800" dirty="0"/>
              <a:t>ads received clicks but failed to generate any approved conversions, indicating poor landing page or targeting performance?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6111" y="3285852"/>
            <a:ext cx="4641058" cy="2555389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977720" y="2985602"/>
            <a:ext cx="3630304" cy="340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4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QUERY 10.Which </a:t>
            </a:r>
            <a:r>
              <a:rPr lang="en-US" sz="3200" dirty="0"/>
              <a:t>age group has the highest average Click-Through Rate (CTR), showing better engagement?</a:t>
            </a:r>
            <a:endParaRPr lang="en-IN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2131217"/>
            <a:ext cx="4396338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46160" y="2985448"/>
            <a:ext cx="5106641" cy="3265227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86112" y="2131217"/>
            <a:ext cx="4396339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309288" y="3433181"/>
            <a:ext cx="3277148" cy="169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9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289" y="193409"/>
            <a:ext cx="9404723" cy="1400530"/>
          </a:xfrm>
        </p:spPr>
        <p:txBody>
          <a:bodyPr/>
          <a:lstStyle/>
          <a:p>
            <a:r>
              <a:rPr lang="en-US" sz="2000" dirty="0" smtClean="0"/>
              <a:t>QUERY 11</a:t>
            </a:r>
            <a:r>
              <a:rPr lang="en-US" sz="2000" dirty="0"/>
              <a:t>. Which campaigns are underperforming, defined as:-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High </a:t>
            </a:r>
            <a:r>
              <a:rPr lang="en-US" sz="2000" dirty="0"/>
              <a:t>total spend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 </a:t>
            </a:r>
            <a:r>
              <a:rPr lang="en-US" sz="2000" dirty="0"/>
              <a:t>- Low conversions 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- </a:t>
            </a:r>
            <a:r>
              <a:rPr lang="en-US" sz="2000" dirty="0"/>
              <a:t>Higher than average cost per acquisition (CPA)*/</a:t>
            </a:r>
            <a:endParaRPr lang="en-IN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1616869"/>
            <a:ext cx="4396338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2687" y="2232753"/>
            <a:ext cx="5116963" cy="4364779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4" y="1656491"/>
            <a:ext cx="4396339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76574" y="3589361"/>
            <a:ext cx="5012434" cy="94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60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QUERY 12.Which </a:t>
            </a:r>
            <a:r>
              <a:rPr lang="en-US" sz="2800" dirty="0"/>
              <a:t>age, gender, and interest combination delivers the lowest average CPA, making it the most cost-effective audience segment?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134" y="2187444"/>
            <a:ext cx="4396338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0627" y="3220873"/>
            <a:ext cx="4121624" cy="267496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50030" y="2187444"/>
            <a:ext cx="4396339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750030" y="3807727"/>
            <a:ext cx="5359468" cy="105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QUERT 13.Which </a:t>
            </a:r>
            <a:r>
              <a:rPr lang="en-US" sz="3200" dirty="0"/>
              <a:t>ads have above-average impressions but below-average CTR, indicating visibility without engagement?</a:t>
            </a:r>
            <a:endParaRPr lang="en-IN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31025"/>
            <a:ext cx="4396338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87104" y="2934269"/>
            <a:ext cx="4244454" cy="3398291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50029" y="2031025"/>
            <a:ext cx="4396339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904831" y="3070746"/>
            <a:ext cx="3146003" cy="329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64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QUERY 14</a:t>
            </a:r>
            <a:r>
              <a:rPr lang="en-US" sz="3200" dirty="0"/>
              <a:t>. Which ads perform efficiently, having:- Lower than average CPA  - More than 5 approved conversions?</a:t>
            </a:r>
            <a:endParaRPr lang="en-IN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133" y="2053879"/>
            <a:ext cx="4396338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6111" y="2830772"/>
            <a:ext cx="4226140" cy="3638267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2053879"/>
            <a:ext cx="4396339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54495" y="2830773"/>
            <a:ext cx="4185541" cy="363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5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15.Which interest category has the highest conversion efficiency (approved conversions per click), making it the most valuable audience?</a:t>
            </a:r>
            <a:endParaRPr lang="en-IN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2134628"/>
            <a:ext cx="4396338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183" y="2992271"/>
            <a:ext cx="5389918" cy="3599598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4" y="2134628"/>
            <a:ext cx="4396339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747195" y="3752483"/>
            <a:ext cx="4472000" cy="142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2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QUERY 16.Rank </a:t>
            </a:r>
            <a:r>
              <a:rPr lang="en-US" sz="2400" dirty="0"/>
              <a:t>all campaigns based on their Click-Through Rate (CTR) to identify which campaign performed best in generating clicks from impressions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1069" y="2797791"/>
            <a:ext cx="5117910" cy="3458547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33294" y="3556794"/>
            <a:ext cx="36385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8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QUERY 17.Which </a:t>
            </a:r>
            <a:r>
              <a:rPr lang="en-US" sz="3200" dirty="0"/>
              <a:t>campaigns are the Top 3 best performers based on CTR (Click Through Rate)</a:t>
            </a:r>
            <a:endParaRPr lang="en-IN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2039094"/>
            <a:ext cx="4396338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INPUT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7421" y="2801202"/>
            <a:ext cx="5322230" cy="3741739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4" y="2039094"/>
            <a:ext cx="4396339" cy="576262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RESULT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915865" y="3531843"/>
            <a:ext cx="5743233" cy="150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27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 for watching this.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07" y="1332878"/>
            <a:ext cx="9271496" cy="517478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125973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234</TotalTime>
  <Words>344</Words>
  <Application>Microsoft Office PowerPoint</Application>
  <PresentationFormat>Widescreen</PresentationFormat>
  <Paragraphs>50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  <vt:variant>
        <vt:lpstr>Custom Shows</vt:lpstr>
      </vt:variant>
      <vt:variant>
        <vt:i4>2</vt:i4>
      </vt:variant>
    </vt:vector>
  </HeadingPairs>
  <TitlesOfParts>
    <vt:vector size="27" baseType="lpstr">
      <vt:lpstr>Arial</vt:lpstr>
      <vt:lpstr>Arial Black</vt:lpstr>
      <vt:lpstr>Century Gothic</vt:lpstr>
      <vt:lpstr>Times New Roman</vt:lpstr>
      <vt:lpstr>Wingdings 3</vt:lpstr>
      <vt:lpstr>Ion</vt:lpstr>
      <vt:lpstr>Project name: Social media campaign working</vt:lpstr>
      <vt:lpstr>QUERY-1 . Which age group generated the highest total ad impressions across all campaigns.  Input                                                                   output</vt:lpstr>
      <vt:lpstr>QUERY 2. Which gender produced the maximum number of total clicks INPUT                                     RESULT</vt:lpstr>
      <vt:lpstr>QUERY3.Which campaign had the highest total advertising spend?</vt:lpstr>
      <vt:lpstr>QUERY 4. Which ad has the lowest cost per click (CPC), indicating the most cost-efficient ad?</vt:lpstr>
      <vt:lpstr>QUERY 5. What is the total number of approved conversions generated from all social media campaigns combined?</vt:lpstr>
      <vt:lpstr>QUERY 6. Which age and gender combination has the highest conversion rate (approved conversions per click)?</vt:lpstr>
      <vt:lpstr>QUERY 7.Which interest category resulted in the maximum total approved conversions?</vt:lpstr>
      <vt:lpstr>QYERY 8.Which campaign achieved the highest number of conversions, while also keeping the spend as low as possible?</vt:lpstr>
      <vt:lpstr>QUERY 9.Which ads received clicks but failed to generate any approved conversions, indicating poor landing page or targeting performance?</vt:lpstr>
      <vt:lpstr>QUERY 10.Which age group has the highest average Click-Through Rate (CTR), showing better engagement?</vt:lpstr>
      <vt:lpstr>QUERY 11. Which campaigns are underperforming, defined as:-  High total spend   - Low conversions   - Higher than average cost per acquisition (CPA)*/</vt:lpstr>
      <vt:lpstr>QUERY 12.Which age, gender, and interest combination delivers the lowest average CPA, making it the most cost-effective audience segment?</vt:lpstr>
      <vt:lpstr>QUERT 13.Which ads have above-average impressions but below-average CTR, indicating visibility without engagement?</vt:lpstr>
      <vt:lpstr>QUERY 14. Which ads perform efficiently, having:- Lower than average CPA  - More than 5 approved conversions?</vt:lpstr>
      <vt:lpstr>15.Which interest category has the highest conversion efficiency (approved conversions per click), making it the most valuable audience?</vt:lpstr>
      <vt:lpstr>QUERY 16.Rank all campaigns based on their Click-Through Rate (CTR) to identify which campaign performed best in generating clicks from impressions.</vt:lpstr>
      <vt:lpstr>QUERY 17.Which campaigns are the Top 3 best performers based on CTR (Click Through Rate)</vt:lpstr>
      <vt:lpstr>Thank you for watching this.</vt:lpstr>
      <vt:lpstr>Custom Show 1</vt:lpstr>
      <vt:lpstr>Copy of Custom Show 1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name: Social media campaign</dc:title>
  <dc:creator>Microsoft account</dc:creator>
  <cp:lastModifiedBy>Microsoft account</cp:lastModifiedBy>
  <cp:revision>51</cp:revision>
  <dcterms:created xsi:type="dcterms:W3CDTF">2026-01-26T13:01:48Z</dcterms:created>
  <dcterms:modified xsi:type="dcterms:W3CDTF">2026-02-10T11:21:13Z</dcterms:modified>
</cp:coreProperties>
</file>